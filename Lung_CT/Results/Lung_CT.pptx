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5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954E0-5D6C-2B16-B99D-3448B5B1B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D206B-46FC-FB4E-94CE-C9A29A5191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32FB7-29BC-F2E9-93BB-F452507B1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5E772-9B4C-4660-A9F3-D9792565F51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8020D-4553-7793-45BB-D5FB5BFA9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97B44-F87E-08D2-5773-FB2D7AA13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A8AF-B3F0-46BD-99D0-0E5EAA2CA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429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7A53E-1C97-3FDD-A0CB-D1C68FA99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76A2B-0629-28F2-4DD7-FC139C40E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6015A-8548-A0B1-ADD8-93DF62976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5E772-9B4C-4660-A9F3-D9792565F51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98AAD-5601-2F67-D219-5F52029DD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2AC1B-2BE2-4580-4296-D13BA1C94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A8AF-B3F0-46BD-99D0-0E5EAA2CA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717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11B0E-C533-C36D-E0CF-9CAEECAB6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639817-2C40-0669-D75E-7EA72F4F9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EB6D3-94EA-9816-F51B-0A8C5D45B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5E772-9B4C-4660-A9F3-D9792565F51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A9C53-D563-0084-7C47-0AE8EA7F7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64A11-B441-8FB9-C925-42DC705AD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A8AF-B3F0-46BD-99D0-0E5EAA2CA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658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80C51-F8C4-A4C0-7759-30C4EB874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FCC25-8C34-C4B5-EE5B-1844F47F8D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6E2A1A-5599-FF8C-C621-4B9FF9488E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F8F260-4A4C-349D-D665-8EF0240A2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5E772-9B4C-4660-A9F3-D9792565F51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4822DD-FC3F-6364-58E9-920D1D913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8AC513-E5D0-DBCA-CDDD-C8746713C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A8AF-B3F0-46BD-99D0-0E5EAA2CA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876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F1D38-81DF-AFB7-66D1-E34C9C331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3FE8CB-A299-0026-77AB-C1B27303F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86A570-75F4-0EEA-28AE-5CB15105E5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472574-B3C0-6436-67C9-EC625AE800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FE5320-CBAA-92A3-D993-19D8E23DB2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7C5536-0B6C-3BAB-D1CB-717C6E728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5E772-9B4C-4660-A9F3-D9792565F51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7D0CCE-C5DF-268D-B3FE-7CE47B597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AF83BB-627F-98E1-0ED0-6802232F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A8AF-B3F0-46BD-99D0-0E5EAA2CA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565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5CE27-5098-862C-4847-05FD1B72D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238E04-0857-D3DC-B142-F5B5CDD97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5E772-9B4C-4660-A9F3-D9792565F51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811193-3567-F97F-24BD-D7656CF28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5D2C94-9791-4050-62E4-CDC557030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A8AF-B3F0-46BD-99D0-0E5EAA2CA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897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24A610-7F78-F409-0F40-A8AA9B119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5E772-9B4C-4660-A9F3-D9792565F51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A8A584-FDFA-D34E-7EA0-A3283D7C2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AEA3B-356A-989A-7CDE-0D1766254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A8AF-B3F0-46BD-99D0-0E5EAA2CA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4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B5CFA-9A5C-F920-C757-DB1E232F4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FE448-C37D-5410-0344-E829AE89F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06E4B0-D379-31AC-C6C5-F7C6C91D1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34D8A3-1801-F043-E8DA-9221764EE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5E772-9B4C-4660-A9F3-D9792565F51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CCC6E0-11B9-6F60-350D-218A30815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4CE1D-1F4C-2CE0-B0BD-2A58ADE59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A8AF-B3F0-46BD-99D0-0E5EAA2CA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089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199E7-BF9F-5EB2-200E-254A13D29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DCE9F7-F945-35C1-7B76-458C2CF74D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4197C1-3578-541A-C166-6601A8A6E1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A0F59-03EA-0809-45C5-BB87716FF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5E772-9B4C-4660-A9F3-D9792565F51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274087-EA3A-432D-7338-B158A99B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1B6C47-DFBB-769F-972C-2FED27B04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A8AF-B3F0-46BD-99D0-0E5EAA2CA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51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5741D-1493-C07C-71A0-B743CFFD6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549063-03B5-112B-58FC-82741837A6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7D697-DBC7-5045-76A7-DAB3D0247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5E772-9B4C-4660-A9F3-D9792565F51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BBE0E-10A5-BEBE-7C51-6EF2D9A7F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0B0DC-F206-5C3D-A866-DB7C7EBD9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A8AF-B3F0-46BD-99D0-0E5EAA2CA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936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11A77A-161F-EB33-534A-CDA95AC82A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9E7782-4667-10AE-9F07-B6C73E754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7CADE-6314-C119-7734-4BC3EE0BF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5E772-9B4C-4660-A9F3-D9792565F51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FC4E2-8E49-79AC-A98A-1B1E554A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836B8-F5A9-B126-B028-3A26A1ECC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A8AF-B3F0-46BD-99D0-0E5EAA2CA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095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041962-C192-07C7-F20A-FE0213AB8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07A37E-5C9F-A7C1-D188-9069A15A5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7EC1F-0178-50F0-D90B-CCB5686928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B5E772-9B4C-4660-A9F3-D9792565F51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C006D-CE6A-98B7-49FF-36401675CF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5E352-F82A-8D9A-3E86-5805657830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A8AF-B3F0-46BD-99D0-0E5EAA2CA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21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5D10231-F455-55B9-697F-9CF05187A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0"/>
            <a:ext cx="114458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3401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FDABB-884F-A053-BC74-A5BC243BA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1D2D01D6-0CCB-60F9-2F13-78187152D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378" y="299146"/>
            <a:ext cx="8357870" cy="6259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9191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456835C9-73AC-81B4-DB8A-A9DDB2AE9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6265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792A204D-F65B-DD33-566C-47F008A4D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38" y="0"/>
            <a:ext cx="102695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9931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51B62CE6-B8F4-31F8-867E-8D60E457B0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907"/>
          <a:stretch>
            <a:fillRect/>
          </a:stretch>
        </p:blipFill>
        <p:spPr bwMode="auto">
          <a:xfrm>
            <a:off x="1696387" y="0"/>
            <a:ext cx="8799226" cy="5665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E3B4ECBA-A723-C096-39B5-DE9BF0423E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572" t="4153" b="85355"/>
          <a:stretch>
            <a:fillRect/>
          </a:stretch>
        </p:blipFill>
        <p:spPr bwMode="auto">
          <a:xfrm>
            <a:off x="5681272" y="5665048"/>
            <a:ext cx="1140008" cy="719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9332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07E08E74-ED43-76DC-7113-0D6FA6D53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5561" y="0"/>
            <a:ext cx="81010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883C9E1-73F8-FE7C-5BCC-93090B83A90E}"/>
              </a:ext>
            </a:extLst>
          </p:cNvPr>
          <p:cNvSpPr txBox="1"/>
          <p:nvPr/>
        </p:nvSpPr>
        <p:spPr>
          <a:xfrm>
            <a:off x="922886" y="999777"/>
            <a:ext cx="1342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ReLU</a:t>
            </a:r>
            <a:r>
              <a:rPr lang="en-US" dirty="0"/>
              <a:t> 3 Runs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C3B0A6-F614-9DF2-021F-2ACFF3D857BE}"/>
              </a:ext>
            </a:extLst>
          </p:cNvPr>
          <p:cNvSpPr txBox="1"/>
          <p:nvPr/>
        </p:nvSpPr>
        <p:spPr>
          <a:xfrm>
            <a:off x="833986" y="3171645"/>
            <a:ext cx="12464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LeakyReLU</a:t>
            </a:r>
            <a:r>
              <a:rPr lang="en-US" dirty="0"/>
              <a:t> </a:t>
            </a:r>
          </a:p>
          <a:p>
            <a:r>
              <a:rPr lang="en-US" dirty="0"/>
              <a:t>3 Runs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BEC63B-AA6D-7B09-2E72-AB2BBE96CB42}"/>
              </a:ext>
            </a:extLst>
          </p:cNvPr>
          <p:cNvSpPr txBox="1"/>
          <p:nvPr/>
        </p:nvSpPr>
        <p:spPr>
          <a:xfrm>
            <a:off x="831549" y="5488891"/>
            <a:ext cx="1248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DLU 3 Runs</a:t>
            </a:r>
          </a:p>
        </p:txBody>
      </p:sp>
    </p:spTree>
    <p:extLst>
      <p:ext uri="{BB962C8B-B14F-4D97-AF65-F5344CB8AC3E}">
        <p14:creationId xmlns:p14="http://schemas.microsoft.com/office/powerpoint/2010/main" val="1388685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04033798-0E6A-577D-456B-1C2F7ACC1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37" y="0"/>
            <a:ext cx="103219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6168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DED08EEC-C7DA-411E-F268-A42320C6DB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08057"/>
            <a:ext cx="1219200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0C0ECDE2-C9E8-0A0E-B078-4B84800B0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69823"/>
            <a:ext cx="12192000" cy="369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ight Brace 11">
            <a:extLst>
              <a:ext uri="{FF2B5EF4-FFF2-40B4-BE49-F238E27FC236}">
                <a16:creationId xmlns:a16="http://schemas.microsoft.com/office/drawing/2014/main" id="{96A6430E-D59F-5D46-FBB5-032F2A6BA126}"/>
              </a:ext>
            </a:extLst>
          </p:cNvPr>
          <p:cNvSpPr/>
          <p:nvPr/>
        </p:nvSpPr>
        <p:spPr>
          <a:xfrm rot="16200000">
            <a:off x="3641370" y="-238781"/>
            <a:ext cx="464058" cy="2729753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8101193D-886E-49F0-51C8-293FD8040497}"/>
              </a:ext>
            </a:extLst>
          </p:cNvPr>
          <p:cNvSpPr/>
          <p:nvPr/>
        </p:nvSpPr>
        <p:spPr>
          <a:xfrm rot="16200000">
            <a:off x="6856409" y="-238781"/>
            <a:ext cx="464058" cy="2729753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61F0816E-C2AB-4462-33B8-1CC12396E2FB}"/>
              </a:ext>
            </a:extLst>
          </p:cNvPr>
          <p:cNvSpPr/>
          <p:nvPr/>
        </p:nvSpPr>
        <p:spPr>
          <a:xfrm rot="16200000">
            <a:off x="10415212" y="-217811"/>
            <a:ext cx="464058" cy="2729753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5AFA15-055E-7B86-6769-60E7561E3111}"/>
              </a:ext>
            </a:extLst>
          </p:cNvPr>
          <p:cNvSpPr txBox="1"/>
          <p:nvPr/>
        </p:nvSpPr>
        <p:spPr>
          <a:xfrm>
            <a:off x="3202061" y="524734"/>
            <a:ext cx="1342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ReLU</a:t>
            </a:r>
            <a:r>
              <a:rPr lang="en-US" dirty="0"/>
              <a:t> 3 Runs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6CAF21-D7BA-1A6D-EC8F-000FB83FBFF9}"/>
              </a:ext>
            </a:extLst>
          </p:cNvPr>
          <p:cNvSpPr txBox="1"/>
          <p:nvPr/>
        </p:nvSpPr>
        <p:spPr>
          <a:xfrm>
            <a:off x="6208151" y="524734"/>
            <a:ext cx="1874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LeakyReLU</a:t>
            </a:r>
            <a:r>
              <a:rPr lang="en-US" dirty="0"/>
              <a:t> 3 Runs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33865B-17A5-324C-2D41-0680FDB3CA6A}"/>
              </a:ext>
            </a:extLst>
          </p:cNvPr>
          <p:cNvSpPr txBox="1"/>
          <p:nvPr/>
        </p:nvSpPr>
        <p:spPr>
          <a:xfrm>
            <a:off x="10022775" y="524734"/>
            <a:ext cx="1248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DLU 3 Runs</a:t>
            </a:r>
          </a:p>
        </p:txBody>
      </p:sp>
    </p:spTree>
    <p:extLst>
      <p:ext uri="{BB962C8B-B14F-4D97-AF65-F5344CB8AC3E}">
        <p14:creationId xmlns:p14="http://schemas.microsoft.com/office/powerpoint/2010/main" val="1052509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E34016D4-9AA7-1431-F98C-2A446660D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05" y="721964"/>
            <a:ext cx="10091790" cy="6136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3C6C89D-A51E-E9E0-DE0F-45A3B1AB5CD3}"/>
              </a:ext>
            </a:extLst>
          </p:cNvPr>
          <p:cNvSpPr txBox="1"/>
          <p:nvPr/>
        </p:nvSpPr>
        <p:spPr>
          <a:xfrm>
            <a:off x="1753850" y="285751"/>
            <a:ext cx="759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BFAE52-1B42-7201-8830-7B890BE3D151}"/>
              </a:ext>
            </a:extLst>
          </p:cNvPr>
          <p:cNvSpPr txBox="1"/>
          <p:nvPr/>
        </p:nvSpPr>
        <p:spPr>
          <a:xfrm>
            <a:off x="3369472" y="285751"/>
            <a:ext cx="1445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Ground Truth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E69257-A071-78B0-54FD-9C70B9FA7B01}"/>
              </a:ext>
            </a:extLst>
          </p:cNvPr>
          <p:cNvSpPr txBox="1"/>
          <p:nvPr/>
        </p:nvSpPr>
        <p:spPr>
          <a:xfrm>
            <a:off x="5829312" y="285751"/>
            <a:ext cx="661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ReLU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5374B7-6B8B-4D66-A52C-BE37D8217A0B}"/>
              </a:ext>
            </a:extLst>
          </p:cNvPr>
          <p:cNvSpPr txBox="1"/>
          <p:nvPr/>
        </p:nvSpPr>
        <p:spPr>
          <a:xfrm>
            <a:off x="7504707" y="285751"/>
            <a:ext cx="1193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LeakyReLU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968BAE-0F77-2D27-0B6D-A18CCFFBBF4D}"/>
              </a:ext>
            </a:extLst>
          </p:cNvPr>
          <p:cNvSpPr txBox="1"/>
          <p:nvPr/>
        </p:nvSpPr>
        <p:spPr>
          <a:xfrm>
            <a:off x="9870494" y="285751"/>
            <a:ext cx="567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DLU</a:t>
            </a:r>
          </a:p>
        </p:txBody>
      </p:sp>
    </p:spTree>
    <p:extLst>
      <p:ext uri="{BB962C8B-B14F-4D97-AF65-F5344CB8AC3E}">
        <p14:creationId xmlns:p14="http://schemas.microsoft.com/office/powerpoint/2010/main" val="1017333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24</Words>
  <Application>Microsoft Office PowerPoint</Application>
  <PresentationFormat>Widescreen</PresentationFormat>
  <Paragraphs>12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Williams Anaba Abotisum</dc:creator>
  <cp:lastModifiedBy>Williams Anaba Abotisum</cp:lastModifiedBy>
  <cp:revision>3</cp:revision>
  <dcterms:created xsi:type="dcterms:W3CDTF">2025-11-12T21:32:24Z</dcterms:created>
  <dcterms:modified xsi:type="dcterms:W3CDTF">2026-08-24T00:09:26Z</dcterms:modified>
</cp:coreProperties>
</file>