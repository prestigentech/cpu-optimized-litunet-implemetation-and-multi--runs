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38EC-A12F-4949-8363-EC80F1B1A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2507D-385E-B296-0B14-8B3D0675A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D8F0F-B0E9-2D53-90FF-A96590ECA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CCE09-CFD3-BE0A-6F94-844B4BF04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751FB-00F4-191E-2533-7AD81B15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95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AFCD-E532-4F85-4659-916D32345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64417-8442-E7FF-14DF-2A13A2A2C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EBA66-B5AD-4504-2B83-A33FB27A6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A9EFB-EBED-01FE-5279-0D5F49239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C5C9F-1A85-BCE7-41C6-236CDB2FE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4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D7C4-2991-0AF5-6BD9-B6814CA9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134AE-B90E-C803-0270-DC1BA523C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573B1-49B9-675B-0C4F-F7FCEA6AD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69A78-59DD-F2C5-F903-2D01ED21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FF87B-CABD-61E6-4973-9BCD4060F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57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5E96-02C8-B5A2-1022-07E42064C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B09B7-1FC4-58F0-1689-FB87DDC1F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26401-BC41-07EB-1004-3966C9995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D295F-A6FF-1B54-1576-F2CFE777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044F6-B0F0-9449-8852-3F95E654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F3455-52A7-205D-FB35-FE594201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7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1904D-3FB0-810B-4E98-AE12E0A81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2A975-D310-DED1-0090-C5DE66CEA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6D0AD-7D89-A866-B9CB-01E002D5D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E5730-0292-F4E3-525B-07B40892E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A1DF0-CFDA-96AF-9492-4F71903DBD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2A772F-6F73-DF2E-473E-0D1847143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F5F360-32B5-F4D6-2E62-984030079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BB7B78-C83D-9322-9AE7-C84225404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2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B494-45C9-9448-1958-B22BCA19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B3168-1718-6A49-1A0C-0C95C5B3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82418-B94E-C7C5-1BFE-291F0C1E2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4F7FA-22F5-87D0-BBE6-F73D4237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8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D0E70-9745-9BEA-85E9-0EA68A72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0F4124-C56E-349B-2CF7-937FBDB1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96805-CB8B-42AA-C642-24196920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04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12F72-0C80-5124-BFEF-F469875A3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07737-5D01-694D-0814-CB6F14200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669ED-DE06-B3E7-E6CF-BD3057D52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3B464-F86E-8673-8D0E-A7143FB17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CEA69-0D88-C249-7E67-07DFAF00D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4EADB-F008-FB5B-304C-642DDBC5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9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EB057-BB04-7FAF-5EC6-F6BC6245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48BE2-F33E-F6D1-7A43-26D7EBCB6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A5479-E716-49E1-7533-81C857452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F85BD-153B-523B-745F-FFEDC9FA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29053-019D-06B3-0FDA-6EF345728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88F80-EBE8-F84C-E4BD-833388FAC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5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9389-A2BA-3BCE-D223-50119D65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11A45-8958-D462-6A8D-BCE4E8972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685A7-2857-4BED-608E-A9AA47A3E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178EA-78EB-46FA-70FF-FE4715EF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B822A-8E38-FC21-9449-E6BF80F8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604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7B08C2-FD1E-4908-C2E4-260005E98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B5FED-CE6B-FA48-F8B2-F6011E7DD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43EB4-DFF3-9FC7-BDE3-FE416065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F56FA-7CB4-F162-E94F-026457AE8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02370-6451-0883-478D-9A91381B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88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8D517-BF29-D457-61E2-99045DD64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0B8E9-73E9-DA2F-B8D3-921EC2E89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7DDC8-A37F-2CE2-45C4-DE63AA1B3A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BE478-1F3C-453D-886D-CE2FD1CB315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99167-63B9-1D1D-2E2F-B58F5273C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A7785-5D57-213A-B3FE-297D6F0A5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7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3B755E3-149F-1604-05E1-C74FB3B90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0"/>
            <a:ext cx="11445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23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C435CDA-9270-A76F-ED68-493E898B4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0"/>
            <a:ext cx="9163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623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1FF1BE2-8FE8-FE55-0461-14BAFA177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354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C19C564-C6C0-1A2B-9881-48A411CFA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38" y="0"/>
            <a:ext cx="10269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852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5DA4ED9B-DDA0-9346-A391-8919A79502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43"/>
          <a:stretch>
            <a:fillRect/>
          </a:stretch>
        </p:blipFill>
        <p:spPr bwMode="auto">
          <a:xfrm>
            <a:off x="1650953" y="0"/>
            <a:ext cx="8890093" cy="563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4FD8B65A-75F7-8C85-DA75-619347CE3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9" t="3278" b="83607"/>
          <a:stretch>
            <a:fillRect/>
          </a:stretch>
        </p:blipFill>
        <p:spPr bwMode="auto">
          <a:xfrm>
            <a:off x="5645916" y="5636301"/>
            <a:ext cx="1110027" cy="899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500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73857BBA-0672-9379-BD04-5E4F756B3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661" y="65811"/>
            <a:ext cx="81010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ACF974-2D87-AE59-4183-77685EF50C2D}"/>
              </a:ext>
            </a:extLst>
          </p:cNvPr>
          <p:cNvSpPr txBox="1"/>
          <p:nvPr/>
        </p:nvSpPr>
        <p:spPr>
          <a:xfrm>
            <a:off x="922886" y="999777"/>
            <a:ext cx="134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r>
              <a:rPr lang="en-US" dirty="0"/>
              <a:t> 3 Runs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BC0DED-C78B-1DF6-7157-4BA1203D5F5A}"/>
              </a:ext>
            </a:extLst>
          </p:cNvPr>
          <p:cNvSpPr txBox="1"/>
          <p:nvPr/>
        </p:nvSpPr>
        <p:spPr>
          <a:xfrm>
            <a:off x="833986" y="3171645"/>
            <a:ext cx="1246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r>
              <a:rPr lang="en-US" dirty="0"/>
              <a:t> </a:t>
            </a:r>
          </a:p>
          <a:p>
            <a:r>
              <a:rPr lang="en-US" dirty="0"/>
              <a:t>3 Runs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0C65D-CF1B-9A58-A32B-41B418073F63}"/>
              </a:ext>
            </a:extLst>
          </p:cNvPr>
          <p:cNvSpPr txBox="1"/>
          <p:nvPr/>
        </p:nvSpPr>
        <p:spPr>
          <a:xfrm>
            <a:off x="831549" y="5488891"/>
            <a:ext cx="124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 3 Runs</a:t>
            </a:r>
          </a:p>
        </p:txBody>
      </p:sp>
    </p:spTree>
    <p:extLst>
      <p:ext uri="{BB962C8B-B14F-4D97-AF65-F5344CB8AC3E}">
        <p14:creationId xmlns:p14="http://schemas.microsoft.com/office/powerpoint/2010/main" val="3226845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69490880-66F2-F5B2-0A0C-1ED5AE15A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0"/>
            <a:ext cx="103219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223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20487853-CDE5-3AEA-0470-244F4592C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0065"/>
            <a:ext cx="121920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C73BBED8-C209-0E16-EFE7-1160908F1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44874"/>
            <a:ext cx="12192000" cy="369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6D1B6B7E-CA34-BF10-E73F-A59DB6F683F6}"/>
              </a:ext>
            </a:extLst>
          </p:cNvPr>
          <p:cNvSpPr/>
          <p:nvPr/>
        </p:nvSpPr>
        <p:spPr>
          <a:xfrm rot="16200000">
            <a:off x="3641370" y="-23878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CC4D9F9-52BB-E568-B3F3-9F784AB86722}"/>
              </a:ext>
            </a:extLst>
          </p:cNvPr>
          <p:cNvSpPr/>
          <p:nvPr/>
        </p:nvSpPr>
        <p:spPr>
          <a:xfrm rot="16200000">
            <a:off x="6856409" y="-23878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55B4CC66-824A-5D62-8CAE-AC384491486F}"/>
              </a:ext>
            </a:extLst>
          </p:cNvPr>
          <p:cNvSpPr/>
          <p:nvPr/>
        </p:nvSpPr>
        <p:spPr>
          <a:xfrm rot="16200000">
            <a:off x="10415212" y="-21781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B0A843-2EF8-E720-8B38-09543E737806}"/>
              </a:ext>
            </a:extLst>
          </p:cNvPr>
          <p:cNvSpPr txBox="1"/>
          <p:nvPr/>
        </p:nvSpPr>
        <p:spPr>
          <a:xfrm>
            <a:off x="3202061" y="524734"/>
            <a:ext cx="134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r>
              <a:rPr lang="en-US" dirty="0"/>
              <a:t> 3 Runs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D9A8D3-DAD1-E6B5-E401-0FA88D2FD517}"/>
              </a:ext>
            </a:extLst>
          </p:cNvPr>
          <p:cNvSpPr txBox="1"/>
          <p:nvPr/>
        </p:nvSpPr>
        <p:spPr>
          <a:xfrm>
            <a:off x="6208151" y="524734"/>
            <a:ext cx="1874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r>
              <a:rPr lang="en-US" dirty="0"/>
              <a:t> 3 Runs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D0BE09-E375-5553-4550-EE7B37B340A3}"/>
              </a:ext>
            </a:extLst>
          </p:cNvPr>
          <p:cNvSpPr txBox="1"/>
          <p:nvPr/>
        </p:nvSpPr>
        <p:spPr>
          <a:xfrm>
            <a:off x="10022775" y="524734"/>
            <a:ext cx="124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 3 Runs</a:t>
            </a:r>
          </a:p>
        </p:txBody>
      </p:sp>
    </p:spTree>
    <p:extLst>
      <p:ext uri="{BB962C8B-B14F-4D97-AF65-F5344CB8AC3E}">
        <p14:creationId xmlns:p14="http://schemas.microsoft.com/office/powerpoint/2010/main" val="2975161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4DB061AB-E955-A7D2-082B-A0C02E0A5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448" y="689548"/>
            <a:ext cx="10145104" cy="6168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968F6D-C9D2-1682-5940-E4A0FC3BD752}"/>
              </a:ext>
            </a:extLst>
          </p:cNvPr>
          <p:cNvSpPr txBox="1"/>
          <p:nvPr/>
        </p:nvSpPr>
        <p:spPr>
          <a:xfrm>
            <a:off x="1631223" y="285751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7EE69-FD7A-03E5-6B61-A5E026FBF2ED}"/>
              </a:ext>
            </a:extLst>
          </p:cNvPr>
          <p:cNvSpPr txBox="1"/>
          <p:nvPr/>
        </p:nvSpPr>
        <p:spPr>
          <a:xfrm>
            <a:off x="3414442" y="285751"/>
            <a:ext cx="144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Truth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7F303-902D-3574-27AA-50D941C77195}"/>
              </a:ext>
            </a:extLst>
          </p:cNvPr>
          <p:cNvSpPr txBox="1"/>
          <p:nvPr/>
        </p:nvSpPr>
        <p:spPr>
          <a:xfrm>
            <a:off x="5716087" y="285751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64FF34-1617-FC6B-B02E-5380C2A1744C}"/>
              </a:ext>
            </a:extLst>
          </p:cNvPr>
          <p:cNvSpPr txBox="1"/>
          <p:nvPr/>
        </p:nvSpPr>
        <p:spPr>
          <a:xfrm>
            <a:off x="7588506" y="285751"/>
            <a:ext cx="119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FE699-9A61-9BD0-6248-E82151BC02A7}"/>
              </a:ext>
            </a:extLst>
          </p:cNvPr>
          <p:cNvSpPr txBox="1"/>
          <p:nvPr/>
        </p:nvSpPr>
        <p:spPr>
          <a:xfrm>
            <a:off x="9993121" y="285751"/>
            <a:ext cx="56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</a:t>
            </a:r>
          </a:p>
        </p:txBody>
      </p:sp>
    </p:spTree>
    <p:extLst>
      <p:ext uri="{BB962C8B-B14F-4D97-AF65-F5344CB8AC3E}">
        <p14:creationId xmlns:p14="http://schemas.microsoft.com/office/powerpoint/2010/main" val="1480558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24</Words>
  <Application>Microsoft Office PowerPoint</Application>
  <PresentationFormat>Widescreen</PresentationFormat>
  <Paragraphs>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Williams Anaba Abotisum</dc:creator>
  <cp:lastModifiedBy>Williams Anaba Abotisum</cp:lastModifiedBy>
  <cp:revision>4</cp:revision>
  <dcterms:created xsi:type="dcterms:W3CDTF">2025-11-18T21:52:17Z</dcterms:created>
  <dcterms:modified xsi:type="dcterms:W3CDTF">2026-08-24T00:09:32Z</dcterms:modified>
</cp:coreProperties>
</file>